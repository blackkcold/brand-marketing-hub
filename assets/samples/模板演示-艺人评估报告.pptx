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填写提示：封面标注版本号，这类报告通常多轮迭代评审。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填写提示：评估报告的决策链：筛选标准→深度分析→风险→怎么用→还有谁备选。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填写提示：方法论页先立规矩，让后续名单显得客观而非拍脑袋。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填写提示：用权威第三方数据（奖项/榜单）而非粉丝口径数据。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填写提示：人设演进图判断艺人当下处于生命周期哪一阶段，决定合作叙事用"巅峰"还是"情怀"。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填写提示：重点关注同品类冲突与高端品牌背书（奢侈品代言提升品牌调性）。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填写提示：案例拆解证明"这位艺人的商业合作是被验证过的"。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填写提示：区分两类人群是玩法定制的前提，混用会导致权益设计与投放错位。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填写提示：风险分级表是法务与公关评审的核心依据，必须逐人覆盖。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填写提示：边界页防止上线后的法务追责，逐条与经纪公司确认。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填写提示：使用思路要具体到可执行，每个用法标注预算量级。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填写提示：创新页是拉开与其他品牌合作差异的关键，从"借脸"升级为"借视角"。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填写提示：备选池按同一方法论筛选，每人都有一句话评估与风险标注。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填写提示：矩阵输出是报告的最终交付，各层定位不重叠、预算可加总。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填写提示：尾页简洁。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【产品系列】新品艺人合作分析报告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C8CFF"/>
                </a:solidFill>
                <a:latin typeface="PingFang SC"/>
              </a:rPr>
              <a:t>【艺人姓名】评估 · V5 · 2026年X月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【产品系列】新品艺人合作分析报告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评估对象：【艺人姓名】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版本/日期：【V5 · 2026.MM.DD】 密级：内部资料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目录与评估框架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01 选人方法论：为什么这样筛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02 艺人情况总览 + 03 商业情况分析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04 粉丝受众与生态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05 舆情风险预判与合作边界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06 艺人使用思路（含创新合作设计）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07 备选池与1+N分层矩阵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选人方法论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筛选漏斗第一步：目标人群兴趣类目TOP【100】（如18-24岁男性/12-17岁青少年）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第二步：目标人群TGI排序，取高TGI候选池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第三步：品牌契合度过滤（品牌精神关键词：【如"探索精神/极致追求"】）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第四步：叙事能力评估（能否讲好【品牌故事主题】）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产出：娱乐圈/体育圈/电竞圈三池候选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艺人总览：行业地位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基本履历：【出道年份/领域/代表作品】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行业成就：【奖项数量与等级、权威榜单排名】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影响力规模：【社媒粉丝量级、活跃度】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公众认知度：【国民度评估，如全民认知/圈层认知】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人设演进四阶段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阶段一（【年份区间】）：【标签，如"青涩出道/才华新人"】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阶段二（【年份区间】）：【标签，如"巅峰创作期"】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阶段三（【年份区间】）：【标签，如"家庭形象转型"】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阶段四（【年份区间】至今）：【标签，如"情怀符号/常青"】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结论：当前人设与品牌叙事的连接点：【一句话】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商业情况：代言矩阵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现有代言数量：【X个】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头部品牌：【奢侈品/3C/快消各列举】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品类分布：【与本品类的冲突情况】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合作深度类型：【代言人/大使/单品合作 占比】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代表性campaign案例拆解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案例1：【品牌×艺人】：策略【】→ 执行【】→ 效果【数据】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案例2：【品牌×艺人】：策略【】→ 执行【】→ 效果【数据】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启示：可复用玩法 / 需规避问题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粉丝生态：歌迷vs粉丝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人群结构：【作品导向的"歌迷/影迷" vs 人导向的"粉丝"占比与特征】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组织生态：【官方后援会、垂直社区列表】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消费力佐证：【演唱会场次、单城经济拉动数据】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转化含义：歌迷吃作品联动（演唱会/专辑），粉丝吃物料互动（小卡/见面会）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舆情风险预判（A/B/C分级）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A级（高危）：【争议/劣迹记录 —— 建议排除】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B级（可控）：【竞品绑定/粉丝群体冲突史 —— 需缓解策略】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C级（低风险）：【常规艺人舆情波动 —— 正常监测】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本评估对象：定级【X】，理由【】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合作边界与授权范围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歌曲使用：原曲/BGM/翻唱的授权范围与费用差异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视觉素材：MV画面、演唱会素材的授权归属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肖像使用：硬广/软广/社媒的使用边界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禁区清单：【明确不可为的事项】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使用思路：传播搭载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TVC方向：【创意概念 + BGM使用建议（如经典曲目旋律授权）】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发布会环节：【如现场表演/互动环节设计】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演唱会联动：【如Links合作、现场品牌露出】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周边权益：【联名周边/买赠设计】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社媒排期：【官宣节奏与话题设计】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创新合作设计（差异化）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核心理念：让艺人从"镜头前的人"变成"用镜头讲故事的人"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新增权益：日常手持新品自拍推广、工作室拍摄带品牌水印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Vlog共创方向1：微纪录片【栏目名，如第一人称探访老友/手艺人】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Vlog共创方向2：微综艺【快问快答+产品人像拍摄】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Vlog共创方向3：旅拍企划【无脚本城市影像漫游】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话题共创：【#XX拍一下 类共创话题，沉淀UGC】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备选池：三圈层候选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娱乐圈：【候选人列表 + TGI/粉丝量数据 + 一句话评估】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体育圈：【候选人列表 + 项目 + 风险备注（竞品绑定/争议）】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电竞圈：【候选人列表 + 战队/项目 + 可行性待评估】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1+N分层矩阵建议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1位主代言（【层级名，如美学大使】）：【首选人选】承担品牌故事表达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N1 新品体验官：【人选】负责垂类种草与新品话题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N2 品牌星光好友（6-8位）：seeding轻量合作，社交露出为主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各层权益/预算/考核：【差异化说明】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