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填写提示：封面体现"产品×事件"双主体。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填写提示：有上轮反馈就必须正面回应，这是评审第一关注点。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填写提示：RTB是全案地基，后续每个创意都要能回扣到这里。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填写提示：双引擎各司其职，避免资源堆在一头。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填写提示：内容+事件+转化，覆盖认知-互动-购买全链路。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填写提示：阵容名单是这类页面的信息密度重点，逐个标注头衔与代表作品。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填写提示：事件要设计"用户为什么愿意参与"的情绪价值。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填写提示：线下要标注场次数、城市、档期，执行方可直接落地。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填写提示：创意方向页通常并列2-3个，标注客户/合作方偏好。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填写提示：每位KOL标注合作深度（硬广/软性seeding/置换）与预算档位。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填写提示：时间轴式排布，每阶段标注KPI方向（声量/互动/转化）。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填写提示：作战图是单页总纲，信息密度高，转pptx后建议做成表格或图示版式。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填写提示：分项加总必须等于总预算；占比最大的两项通常为媒介与制作。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填写提示：有线下活动与艺人合作的方案必备此页。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填写提示：尾页简洁。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2026【项目/事件名】传播方案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C8CFF"/>
                </a:solidFill>
                <a:latin typeface="PingFang SC"/>
              </a:rPr>
              <a:t>【产品名】×【IP/事件】 · 2026年X月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DDE3"/>
                </a:solidFill>
                <a:latin typeface="PingFang SC"/>
              </a:rPr>
              <a:t>2026【项目/事件名】传播方案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DDE3"/>
                </a:solidFill>
                <a:latin typeface="PingFang SC"/>
              </a:rPr>
              <a:t>【产品名】×【合作方/事件】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DDE3"/>
                </a:solidFill>
                <a:latin typeface="PingFang SC"/>
              </a:rPr>
              <a:t>提报：【部门/代理商】 日期：【YYYY.MM.DD】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项目背景与反馈回应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项目定位：【如第X届影展/新品上市节点的传播搭载】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核心反馈回应：上轮意见【如"传播需强化产品力"】→ 本方案的解决方式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时间节点：【策略汇报日/传播方案汇报日/活动日】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RTB：产品力证据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卖点1：【核心影像/技术能力，如专业视频能力】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卖点2：【差异化配置，如长焦/配件生态】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人群利益点：目标创作者/用户为什么需要它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核心主张：【一句话slogan，如"用XX，拍好电影"】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传播主线：双引擎结构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引擎一（广度曝光）：【国民级艺人/IP/大事件】→ 认知破圈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引擎二（深度种草）：【圈层事件/垂类KOL/共创活动】→ 兴趣与转化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传播逻辑：从PUSH到PULL，把创作权交给用户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角色分工图：【各引擎承担的漏斗层级】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三件要事总览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要事一（内容）：【一套产品拍摄的内容作品，如小剧场/影展作品展】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要事二（事件）：【一个用户参与事件，如创作团/快闪/征集】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要事三（转化）：【一个转化载体，如礼盒/体验站/颁奖节点】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要事一：内容作品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内容形式：【电影感小剧场/大师人像展/超短片】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参与阵容：【如X位导演/创作者名单】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产品卖点落点：【每支内容对应哪条RTB】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产出物：【片量/展陈形式/物料清单】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要事二：用户参与事件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事件机制：【如200人创作团、作品上大屏】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参与路径：报名→创作→展示→传播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UGC沉淀：【话题设计，如#XX拍一下】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二次传播：【KOL翻拍/媒体覆盖】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要事三：线下体验与转化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体验空间站：【产品卖点可体验化设计，如试拍站/配件体验】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主题包店：【全国N家+标杆城市打样】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仪式节点：【如颁奖礼/首销礼赠】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转化钩子：【N选1礼盒/买赠机制】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核心创意：超级符号与KV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超级符号：【可互动的传播暗号，如"拍手=开拍"】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KV主方向：【视觉概念描述】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Tone &amp; Manner：【影调/镜头语言/质感描述】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备选方向：【2-3个方向及推荐理由】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KOL与内容合作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明星/KOL矩阵：【头部明星名单】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创作者合作：【腰部创作者名单与合作形式】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媒体覆盖：【如媒体探营/报道团】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内容形式：【Vlog/直拍/物料二创/探店】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社媒传播节奏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预热期（【日期区间】）：【悬念/官宣动作】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爆发期（【日期区间】）：【上线/事件/直播节点】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延续期（【日期区间】）：【二创激励/口碑发酵】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平台分工：微博【话题】/ 抖音【挑战】/ 小红书【种草】/ B站【深度内容】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传播作战图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全渠道作战总览：【一图汇总艺人/媒介/社媒/线下的时间交叉布局】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关键卡位：【如官宣日、首销日、事件日的集中火力点】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资源协同：【IP/艺人资源与自有阵地的联动关系】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预算分配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总预算：【X万】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分项1【艺人/IP合作】：X万，占比X%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分项2【媒介投放】：X万，占比X%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分项3【内容制作】：X万，占比X%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分项4【线下执行】：X万，占比X%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分项5【社媒/KOL】：X万，占比X%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风险与预案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风险1：【如档期冲突/艺人舆情】→ 预案【】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风险2：【如天气影响线下】→ 预案【】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风险3：【如审批延误】→ 预案【】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