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填写提示：封面只需三要素：合作双方、方案性质（提案/汇报）、日期。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填写提示：进度汇报版此页改为"项目进度总览"：已完成的里程碑/进行中/风险项。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填写提示：章节按"为什么选这个IP→怎么打→给什么权益→多少钱→什么节奏"的决策链排列。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填写提示：用数据回答"为什么是这个IP"。没有数据的维度宁可不写，不要编。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填写提示：证明IP处于上升期而非衰退期，这是谈判筹码也是风险控制。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填写提示：一句话策略必须能说清：为什么这个IP、为这个产品、在哪个维度创造增量。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填写提示：三件要事=内容+事件+转化，覆盖认知-互动-购买全链路，缺一不可。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填写提示：超级符号要满足：可复现、可参与、可传播。检验标准：用户看到符号能否完成动作模仿。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填写提示：每个方向标注产品卖点落点，创意不能脱离产品力。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填写提示：权益表是谈判基准，每项都可能被砍，但初始方案要完整列全。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填写提示：给两档方案引导选择。注明费率是谈判结果（如"3C常规7%，争取至X%"），显示诚意与市场认知。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填写提示：必要条件需签入Deal Memo，提前让内部相关方知晓并确认可承诺。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填写提示：时间线必须倒排。红色标注的关键节点要在汇报时口头强调。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填写提示：尾页简洁，可放公司logo。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【品牌X】×【IP名称】联合营销方案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C8CFF"/>
                </a:solidFill>
                <a:latin typeface="PingFang SC"/>
              </a:rPr>
              <a:t>【合作产品线】联名合作 · 2026年X月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【品牌X】×【IP名称】联合营销方案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提报方：【代理商/部门】 日期：【YYYY.MM.DD】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DDE3"/>
                </a:solidFill>
                <a:latin typeface="PingFang SC"/>
              </a:rPr>
              <a:t>密级提示：内部资料，请勿外传（如适用）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背景与共识回顾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上轮共识：【已达成的策略共识，如"聚焦XX赛道，达成'去XX首选品牌X'心智"】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遗留待办1：【如"如何用IP讲好产品故事"】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遗留待办2：【如"如何实现人群破圈"】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本轮回应：本方案将正面回答以上问题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01 IP价值论证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02 联合营销策略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03 核心创意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04 合作权益与报价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05 时间线与下一步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IP价值论证：基本面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IP名称：【名称及读音】，【发行方/设计师】创作，【上线时间】首发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人设关键词：【3-6个，如"享受生活/情绪治愈/自在做自己"】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用户画像：【性别占比】【核心年龄段】【职业圈层，如Gen Z/新锐白领】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社媒数据：【平台A】粉丝X万、点赞率X%；【平台B】粉丝X万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销售数据：年营收X亿+，同比增长X%；【区域分布与TOP市场】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IP价值论证：产品系列与势头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已发售系列时间线：【系列1】（时间）→【系列2】→【系列3】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明星联名背书：【已合作的知名IP/品牌，如经典动漫联名】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未来产品计划：【未来12个月的产品线规划】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增长信号：【如上市30天销售数据、同比增速】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合作策略定位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三阶段定位：借IP流量 → 借IP内容 → 共同经营（本方案落在【第X阶段：XX】）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内容容器切入点：【产品能力延伸/品牌价值观延伸/TA需求延伸/营销节点重构 之一】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双引擎结构：广度曝光【国民级资源】+ 深度种草【IP圈层事件】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传播逻辑：从PUSH到PULL，把创作权交给用户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IP为产品做的三件要事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要事一（内容）：一套【产品】拍的【IP主题】内容作品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6C8CFF"/>
                </a:solidFill>
                <a:latin typeface="PingFang SC"/>
              </a:rPr>
              <a:t>– 植入产品卖点：【卖点1，如电影级慢动作】【卖点2，如8K影像】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要事二（事件）：一个【IP粉丝】参与创作的社交事件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6C8CFF"/>
                </a:solidFill>
                <a:latin typeface="PingFang SC"/>
              </a:rPr>
              <a:t>– 参与机制：【如200人创作团/上大屏/征集评选】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要事三（转化）：一个IP定制的买赠礼盒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6C8CFF"/>
                </a:solidFill>
                <a:latin typeface="PingFang SC"/>
              </a:rPr>
              <a:t>– 形式：【N选1礼赠/主题包店/标杆场】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核心创意：超级符号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超级符号：【可识别的互动符号/暗号，如"拍手=开拍"】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符号机制：每次【动作】都是【品牌行为】的开始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Tone &amp; Manner：【影调质感/镜头语言/视觉风格描述】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备选方向：【备选符号及取舍理由】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创意内容展开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内容方向1：【场景×IP角色×产品卖点】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内容方向2：【场景×IP角色×产品卖点】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内容方向3：【场景×IP角色×产品卖点】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礼盒/周边Demo概念：【核心视觉概念，如光圈×IP地标×主角】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合作权益汇总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合作产品与市场：【产品系列及型号数】；【区域范围，注明是否含港澳台/海外】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授权销售期：【X个月，不含开发期及清货期】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品类排他：销售期前后各【X】个月，单IP【品类】排他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礼盒形式：手机非INBOX，周边SKU总数上限【X】个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定制内容：定制IP形象1款 + 定制图库1套 + 【其他定制项】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社媒资源：IP方【平台】各提供【X】条互动机会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报价方案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方案一（标准）：授权金【X万】+ 周边【X万】+ 定制费【X万】，含税及服务费总计【X万】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方案二（加强）：授权金【X万】+ 周边【X万】+ 定制费【X万】，总计【X万】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授权金构成：产品GMV×【X%】+ 引流周边成本价×【X%】+ 定制费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核算口径：按均价【X元/台】为核算标准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IP方必要条件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条件1：【明星资源要求，如代言人级别挂名+物料拍摄】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条件2：【媒体资源要求，如头部杂志联名TVC】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条件3：【线下资源要求，如核心门店主题包店】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条件4：【传播资源要求，如自媒体矩阵/KOL/广告投入】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时间线与关键节点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【T+0.5月】：报价确认 + Deal Memo签署完毕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【T+1月】：向IP方提交定制设计需求Brief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【T+1.5月】：定制设计初稿review / 2D图库输出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【T+3.5月】：定制设计Final定稿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【T+9~10月】：合同签署流程完毕 → 项目上线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⚠️ 关键提醒：【不可延误节点及后果，如"X月内须完成定稿，否则无法按时交货"】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463040" cy="38100"/>
          </a:xfrm>
          <a:prstGeom prst="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THANK YOU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9DDE3"/>
                </a:solidFill>
                <a:latin typeface="PingFang SC"/>
              </a:rPr>
              <a:t>• 联系人：【姓名/部门】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